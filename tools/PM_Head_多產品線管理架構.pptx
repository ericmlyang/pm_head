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 Head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多產品線管理架構 + GitHub Copilot 整合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Portfolio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管理範圍與目標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377440" cy="1280160"/>
          </a:xfrm>
          <a:prstGeom prst="rect">
            <a:avLst/>
          </a:prstGeom>
          <a:solidFill>
            <a:srgbClr val="3B82F6">
              <a:alpha val="9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MI_PM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MI2.0 影像平台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77440" cy="1280160"/>
          </a:xfrm>
          <a:prstGeom prst="rect">
            <a:avLst/>
          </a:prstGeom>
          <a:solidFill>
            <a:srgbClr val="8B5CF6">
              <a:alpha val="9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VMS_PM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VMS 影像管理系統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377440" cy="1280160"/>
          </a:xfrm>
          <a:prstGeom prst="rect">
            <a:avLst/>
          </a:prstGeom>
          <a:solidFill>
            <a:srgbClr val="10B981">
              <a:alpha val="9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SmartSignagePM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智慧電子看板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共通技術棧：Databricks 數據分析 + 領域應用層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核心目標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俯瞰高度：跨專案策略協同、資源配置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槓桿思維：共用組件抽離，一次投資多專案受惠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尊重在地：不越級干預各子 PM 的產品細節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GitHub Copilot 整合架構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200400" cy="1645920"/>
          </a:xfrm>
          <a:prstGeom prst="rect">
            <a:avLst/>
          </a:prstGeom>
          <a:solidFill>
            <a:srgbClr val="2563EB">
              <a:alpha val="9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核心指令源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角色身份 (.ai/identity.yaml)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決策原則 (.ai/principles.md)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技能觸發規則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0" y="1097280"/>
            <a:ext cx="4389120" cy="1645920"/>
          </a:xfrm>
          <a:prstGeom prst="rect">
            <a:avLst/>
          </a:prstGeom>
          <a:solidFill>
            <a:srgbClr val="F59E0B">
              <a:alpha val="9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280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Copilot 橋接層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18288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.github/copilot-instructions.md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自動摘要 AGENTS.md 核心資訊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保持與核心指令源同步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1920240"/>
            <a:ext cx="1874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2860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copilot-sync 技能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設計理念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單一真相來源：AGENTS.md 為核心，避免多處維護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自動同步：AGENTS.md 變更後自動更新 Copilot 橋接檔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 AI 相容：支援 Claude, Gemini, Copilot 不同存取路徑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核心功能概覽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📊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定期彙整報告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週/月/季報自動產生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跨專案策略觀點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輸出至 5_management/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41148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🎯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跨專案策略協調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資源衝突分析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共用組件識別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槓桿效益評估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1148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⚖️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優先順序仲裁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多專案資源協調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全局槓桿框架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決策記錄追蹤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017520"/>
            <a:ext cx="41148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🔄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子 Repo 狀態同步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2064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Git 狀態批量檢查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 Repo 進度追蹤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只讀取不干預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技能驅動工作流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274320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任務輸入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1737360"/>
            <a:ext cx="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71600" y="2011680"/>
            <a:ext cx="274320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查詢技能索引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2560320"/>
            <a:ext cx="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834640"/>
            <a:ext cx="2743200" cy="548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載入 SKILL.md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3383280"/>
            <a:ext cx="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371600" y="3657600"/>
            <a:ext cx="27432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4.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執行流程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1188720"/>
            <a:ext cx="41148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可用技能 (8 個)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73736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portfolio-report：定期報告彙整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cross-project-strategy：策略分析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priority-arbitrate：優先順序仲裁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stakeholder-align：利害關係人對齊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repo-git-sync：Git 狀態同步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util-pptx：簡報處理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skill-expand：技能擴充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copilot-sync：Copilot 橋接同步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實際運作範例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範例 1：週報產生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觸發：每週五執行 portfolio-report 技能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流程：讀取 projects/*/00_context/ → 彙整狀態 → 產生週報到 5_management/weekly/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產出：含跨專案策略觀點的週報，非單純狀態搬運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範例 2：資源衝突仲裁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觸發：MI 與 VMS 同時需要數據分析資源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流程：執行 priority-arbitrate → 評估全局槓桿 → 產出仲裁建議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記錄：決策理由寫入 .ai/memory/decisions.md 與 5_management/decision_records/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範例 3：共用組件識別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觸發：發現 MI 與 SmartSignage 都需要影像分析功能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流程：cross-project-strategy → 評估抽離效益 → 更新 0_portfolio/common_components.md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Head - 多產品線管理架構</dc:title>
  <dc:subject>PptxGenJS Presentation</dc:subject>
  <dc:creator>PM Head</dc:creator>
  <cp:lastModifiedBy>PM Head</cp:lastModifiedBy>
  <cp:revision>1</cp:revision>
  <dcterms:created xsi:type="dcterms:W3CDTF">2026-03-10T01:00:53Z</dcterms:created>
  <dcterms:modified xsi:type="dcterms:W3CDTF">2026-03-10T01:00:53Z</dcterms:modified>
</cp:coreProperties>
</file>