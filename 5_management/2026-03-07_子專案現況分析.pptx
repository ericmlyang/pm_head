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554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子專案現況分析報告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00584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MI2.0 | VMS | SmartSignage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2026-03-07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Head — Portfolio Management Office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總覽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54864" cy="3474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88720"/>
            <a:ext cx="164592" cy="16459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43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MI2.0 影像平台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2331720" cy="25603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5087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當前焦點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風險驗證 + 報表遷移規劃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56032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97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份報表盤點完成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154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Agent 測試規劃中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611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集團雲環境待確認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00584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005840"/>
            <a:ext cx="54864" cy="3474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6"/>
          <p:cNvSpPr/>
          <p:nvPr/>
        </p:nvSpPr>
        <p:spPr>
          <a:xfrm>
            <a:off x="3383280" y="1188720"/>
            <a:ext cx="164592" cy="1645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3611880" y="1143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VMS 車隊管理系統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83280" y="1508760"/>
            <a:ext cx="2331720" cy="25603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15087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需求設計期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1920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當前焦點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8328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前端規格 + 關鍵數據收集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256032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697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需求訪談完成(銷售/保固)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83280" y="3154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架構安全審查通過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3611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電池數據尚未取得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80760" y="1005840"/>
            <a:ext cx="2697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1005840"/>
            <a:ext cx="54864" cy="3474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Shape 28"/>
          <p:cNvSpPr/>
          <p:nvPr/>
        </p:nvSpPr>
        <p:spPr>
          <a:xfrm>
            <a:off x="6263640" y="1188720"/>
            <a:ext cx="164592" cy="16459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11430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SmartSignage 智慧看板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63640" y="1508760"/>
            <a:ext cx="2331720" cy="256032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15087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開發迭代期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63640" y="19202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當前焦點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63640" y="21031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Impress Analytic 持續交付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2560320"/>
            <a:ext cx="2331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26974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項 Backlog, 8 項 OPP 探索中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63640" y="3154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S4M 公有雲部署準備中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63640" y="36118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Camera 整合受阻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Head | 子專案現況分析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400800" y="48006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MI2.0 影像平台 — 現況分析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54864" cy="3566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階段進展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新流程確立: Inbox → Outcomes → OPP → Backlog → Brief → Eng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份報表盤點完成，分 7 大類別 (總經、面板供應鏈、品牌…)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Agent 6 關卡測試計畫制定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已做出 2 項決策: 車輛報表搬遷 AMSC、M-Square API 採用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聚焦: 既有報表遷移 + 基礎權限 + QA 能力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14400"/>
            <a:ext cx="54864" cy="3566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關鍵風險與阻礙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集團雲 (Azure) 可靠性與 Infra 支援尚未驗證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內外網隔離環境限制，開發工具可用性 TBD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377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爬蟲機申請存在已知阻礙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880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 Pillar (DSBG/AMSC/ADP) 權限架構未定案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報表遷移取決於使用者接受度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Head | 子專案現況分析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00800" y="48006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VMS 車隊管理系統 — 現況分析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54864" cy="3566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已完成里程碑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需求訪談完成 (銷售端 / 保固端)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應用層說明書制定 (含 11 份子文件)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資料規格對齊 (DBC 檔案、CAN ID 解讀)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系統架構 &amp; 安全審查通過 (集團 IT)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電池健康、能耗分析、DTC 聚合、駕駛行為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進階分析、碳計算、告警推播、預測預警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91440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914400"/>
            <a:ext cx="54864" cy="3566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待解決阻礙 (Critical Path)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DMS 數據串接時程未確認 (關鍵路徑)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 電池數據未取得 (C_rated, Cycle_life)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286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J1939 協議文件 &amp; 範例數據待確認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2743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充電接頭/規格匹配邏輯未制定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3200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三方數據傳輸頻率優化討論中 (1s→2s)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3657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前端設計 Handoff 預計 2026 年初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Head | 子專案現況分析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0" y="48006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SmartSignage 智慧看板 — 現況分析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54864" cy="3566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開發迭代進展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16 項需求, RICE 評分排序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個 Opportunity 探索中 (OP-001~008)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2026-02 交付: 3 欄排版、多選篩選、交叉篩選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標籤系統修正 + Family 門市標籤匯入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RQ-002 銷售數據 Pipeline 修復 (RICE: 90, 最高優先)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S4M 公有雲部署前置作業進行中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91440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914400"/>
            <a:ext cx="54864" cy="35661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風險信號 &amp; 待處理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Camera 通訊整合受阻 (BLOCKED, 影響展覽準備)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追蹤限制造成人流高估風險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286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Camera 安全認證 &amp; 穩定性不足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2743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Full-mode 缺乏可重複精準度基準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37760" y="3200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項任務未指派負責人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3657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ClickUp 同步 41 項 active tasks 待分流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Head | 子專案現況分析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0" y="48006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跨專案策略分析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54864" cy="1554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共用組件機會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數據分析層 — 三線共用, 高優先抽離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影像資料介面 — VMS → SmartSignage, 中優先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0665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使用者權限管理 — Q2 待評估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14400"/>
            <a:ext cx="54864" cy="1554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跨專案依賴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SmartSignage → VMS: 影像資料介面 (Q2 評估)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17190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MI2.0 ↔ VMS: 潛在共用需求待識別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20665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三線共同: Databricks 學習曲線 &amp; 成本風險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697480"/>
            <a:ext cx="8503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97480"/>
            <a:ext cx="54864" cy="1828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88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資源配置策略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3657600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產品線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 投入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策略定位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商業價值最高, 全力 Discovery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VMS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需求設計推進, 數據收集關鍵路徑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SmartSignage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持續迭代交付, 驗證商業價值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800600"/>
            <a:ext cx="457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Head | 子專案現況分析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400800" y="48006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關鍵行動項目 &amp; 下一步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0"/>
            <a:ext cx="914400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MI2.0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啟動 OpenClaw Agent 測試 (關卡 2 優先 — 非結構化文字擷取)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 Bob Su 確認 Azure 爬蟲機限制並文件化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956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啟動跨 Pillar 權限邊界釐清 (DSBG/AMSC/ADP)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2494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與 Emma 確認 Financial M-Square API 整合時程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2606040"/>
            <a:ext cx="914400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063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OEM 電池數據參數收集 (C_rated, Cycle_life)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33558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釐清 DMS 串接時程 (關鍵路徑 blocker)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64845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確認三方頻率優化決策 &amp; 成本影響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9410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前端設計 Handoff 推進 (target: 2026 Q1 內)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0" y="4251960"/>
            <a:ext cx="914400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SmartSignage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709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解除 AI Camera 通訊整合 BLOCK — 確認技術需求 &amp; 時程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50017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項孤兒任務指派負責人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子專案現況分析報告 2026-03-07</dc:title>
  <dc:subject>PptxGenJS Presentation</dc:subject>
  <dc:creator>PM Head</dc:creator>
  <cp:lastModifiedBy>PM Head</cp:lastModifiedBy>
  <cp:revision>1</cp:revision>
  <dcterms:created xsi:type="dcterms:W3CDTF">2026-03-07T06:03:27Z</dcterms:created>
  <dcterms:modified xsi:type="dcterms:W3CDTF">2026-03-07T06:03:27Z</dcterms:modified>
</cp:coreProperties>
</file>